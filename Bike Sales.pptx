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9327C44C-2662-4029-8B6A-80DFA8776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Bike Sales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88F5CF49-7BA4-42D3-85C5-9C33C993A2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File created on: 12/23/2025 12:37:31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Top 10 products">
            <a:extLst>
              <a:ext uri="{FF2B5EF4-FFF2-40B4-BE49-F238E27FC236}">
                <a16:creationId xmlns:a16="http://schemas.microsoft.com/office/drawing/2014/main" id="{E130FD1A-3772-48A4-8932-23E46EBC3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87" y="1114425"/>
            <a:ext cx="1018222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ub Category Bar Chart">
            <a:extLst>
              <a:ext uri="{FF2B5EF4-FFF2-40B4-BE49-F238E27FC236}">
                <a16:creationId xmlns:a16="http://schemas.microsoft.com/office/drawing/2014/main" id="{A4CD9042-66FB-4949-9646-316F33B0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458" y="0"/>
            <a:ext cx="8081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Age group bubble chart">
            <a:extLst>
              <a:ext uri="{FF2B5EF4-FFF2-40B4-BE49-F238E27FC236}">
                <a16:creationId xmlns:a16="http://schemas.microsoft.com/office/drawing/2014/main" id="{6988929C-3576-4684-8D08-DC98DF7D1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716" y="0"/>
            <a:ext cx="73045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Map">
            <a:extLst>
              <a:ext uri="{FF2B5EF4-FFF2-40B4-BE49-F238E27FC236}">
                <a16:creationId xmlns:a16="http://schemas.microsoft.com/office/drawing/2014/main" id="{4B56D03A-FC84-4A1D-8371-1D948CB1E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39" y="0"/>
            <a:ext cx="11771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Profit card">
            <a:extLst>
              <a:ext uri="{FF2B5EF4-FFF2-40B4-BE49-F238E27FC236}">
                <a16:creationId xmlns:a16="http://schemas.microsoft.com/office/drawing/2014/main" id="{24707224-9FF4-4470-A62F-D22374028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1828800"/>
            <a:ext cx="21431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Revenue card">
            <a:extLst>
              <a:ext uri="{FF2B5EF4-FFF2-40B4-BE49-F238E27FC236}">
                <a16:creationId xmlns:a16="http://schemas.microsoft.com/office/drawing/2014/main" id="{ACE73C9F-B025-4876-AA26-0AFF896D3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962" y="1833562"/>
            <a:ext cx="21240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Revenue line chart">
            <a:extLst>
              <a:ext uri="{FF2B5EF4-FFF2-40B4-BE49-F238E27FC236}">
                <a16:creationId xmlns:a16="http://schemas.microsoft.com/office/drawing/2014/main" id="{5DC5AF4F-D70C-4BA2-ADA1-94B84ADEE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58" y="0"/>
            <a:ext cx="10784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YoY % change">
            <a:extLst>
              <a:ext uri="{FF2B5EF4-FFF2-40B4-BE49-F238E27FC236}">
                <a16:creationId xmlns:a16="http://schemas.microsoft.com/office/drawing/2014/main" id="{FF38EDC0-6CB4-4CAA-883F-97962A5E1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37" y="1990725"/>
            <a:ext cx="191452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Cost cards">
            <a:extLst>
              <a:ext uri="{FF2B5EF4-FFF2-40B4-BE49-F238E27FC236}">
                <a16:creationId xmlns:a16="http://schemas.microsoft.com/office/drawing/2014/main" id="{B3FDCDEF-FB73-4EDE-B47E-F9DC788F0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7" y="1595437"/>
            <a:ext cx="32099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Sales Dashboard">
            <a:extLst>
              <a:ext uri="{FF2B5EF4-FFF2-40B4-BE49-F238E27FC236}">
                <a16:creationId xmlns:a16="http://schemas.microsoft.com/office/drawing/2014/main" id="{6E8742A9-0099-46A0-BC54-48C0B719B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192"/>
            <a:ext cx="12192000" cy="62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Year and type">
            <a:extLst>
              <a:ext uri="{FF2B5EF4-FFF2-40B4-BE49-F238E27FC236}">
                <a16:creationId xmlns:a16="http://schemas.microsoft.com/office/drawing/2014/main" id="{0B93D306-5B98-4A7C-A240-900B853B4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128" y="0"/>
            <a:ext cx="83034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Map1">
            <a:extLst>
              <a:ext uri="{FF2B5EF4-FFF2-40B4-BE49-F238E27FC236}">
                <a16:creationId xmlns:a16="http://schemas.microsoft.com/office/drawing/2014/main" id="{98400889-6D72-4BBD-9FB7-9DD51A63E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25" y="0"/>
            <a:ext cx="11755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Dashboard 2">
            <a:extLst>
              <a:ext uri="{FF2B5EF4-FFF2-40B4-BE49-F238E27FC236}">
                <a16:creationId xmlns:a16="http://schemas.microsoft.com/office/drawing/2014/main" id="{5585FBB5-4774-42F9-A9D9-604DC4C97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192"/>
            <a:ext cx="12192000" cy="62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Make &amp;amp; Model">
            <a:extLst>
              <a:ext uri="{FF2B5EF4-FFF2-40B4-BE49-F238E27FC236}">
                <a16:creationId xmlns:a16="http://schemas.microsoft.com/office/drawing/2014/main" id="{542A2217-B544-4C51-974E-7572280D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524" y="0"/>
            <a:ext cx="9218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Top 10 countries 1">
            <a:extLst>
              <a:ext uri="{FF2B5EF4-FFF2-40B4-BE49-F238E27FC236}">
                <a16:creationId xmlns:a16="http://schemas.microsoft.com/office/drawing/2014/main" id="{110E6F9C-1277-4081-A82F-A32D83C0B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4695"/>
            <a:ext cx="12192000" cy="30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Vehicle type donut">
            <a:extLst>
              <a:ext uri="{FF2B5EF4-FFF2-40B4-BE49-F238E27FC236}">
                <a16:creationId xmlns:a16="http://schemas.microsoft.com/office/drawing/2014/main" id="{C17B6F6A-7ADF-4D8B-B4D4-8053FDA2C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030" y="0"/>
            <a:ext cx="3079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Bike Sales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Sales</dc:title>
  <dc:creator/>
  <cp:lastModifiedBy>admin</cp:lastModifiedBy>
  <cp:revision>1</cp:revision>
  <dcterms:created xsi:type="dcterms:W3CDTF">2025-12-23T07:09:01Z</dcterms:created>
  <dcterms:modified xsi:type="dcterms:W3CDTF">2025-12-23T07:11:53Z</dcterms:modified>
</cp:coreProperties>
</file>